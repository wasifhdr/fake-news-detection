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CC7D"/>
    <a:srgbClr val="98DB7C"/>
    <a:srgbClr val="FFCDCD"/>
    <a:srgbClr val="DCF4FC"/>
    <a:srgbClr val="FF9F9F"/>
    <a:srgbClr val="FFB9B9"/>
    <a:srgbClr val="FFE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53" d="100"/>
          <a:sy n="53" d="100"/>
        </p:scale>
        <p:origin x="20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749795"/>
            <a:ext cx="9088041" cy="3722335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5615678"/>
            <a:ext cx="8018860" cy="2581379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28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64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2665532"/>
            <a:ext cx="9221689" cy="4447496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7155103"/>
            <a:ext cx="9221689" cy="2338833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82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53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846200"/>
            <a:ext cx="4544021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846200"/>
            <a:ext cx="4544021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38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69242"/>
            <a:ext cx="9221689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2620980"/>
            <a:ext cx="4523137" cy="128450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3905482"/>
            <a:ext cx="452313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2620980"/>
            <a:ext cx="4545413" cy="128450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3905482"/>
            <a:ext cx="454541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00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12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81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712788"/>
            <a:ext cx="3448388" cy="2494756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539425"/>
            <a:ext cx="5412730" cy="7598117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3207544"/>
            <a:ext cx="3448388" cy="5942372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77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712788"/>
            <a:ext cx="3448388" cy="2494756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539425"/>
            <a:ext cx="5412730" cy="7598117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3207544"/>
            <a:ext cx="3448388" cy="5942372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27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60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569240"/>
            <a:ext cx="2305422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569240"/>
            <a:ext cx="678261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23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569242"/>
            <a:ext cx="92216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846200"/>
            <a:ext cx="92216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9909729"/>
            <a:ext cx="240565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D4946-67CF-4A63-ACD3-74312A7DAAEC}" type="datetimeFigureOut">
              <a:rPr lang="en-GB" smtClean="0"/>
              <a:t>12/12/25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9909729"/>
            <a:ext cx="360848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9909729"/>
            <a:ext cx="240565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01E6F-7C14-445B-977C-2D59DA0F3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46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9DC7B7C-39B8-0DCB-F99F-980F31FBFDDC}"/>
              </a:ext>
            </a:extLst>
          </p:cNvPr>
          <p:cNvGrpSpPr/>
          <p:nvPr/>
        </p:nvGrpSpPr>
        <p:grpSpPr>
          <a:xfrm>
            <a:off x="357410" y="159657"/>
            <a:ext cx="10334403" cy="10521405"/>
            <a:chOff x="357410" y="159657"/>
            <a:chExt cx="10334403" cy="10521405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8FD301CD-74FC-7BBB-A96A-848341D5FF7C}"/>
                </a:ext>
              </a:extLst>
            </p:cNvPr>
            <p:cNvSpPr/>
            <p:nvPr/>
          </p:nvSpPr>
          <p:spPr>
            <a:xfrm>
              <a:off x="357410" y="3971699"/>
              <a:ext cx="2208777" cy="2937099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8F666EB5-E9D8-C76C-45E5-C1944226FD82}"/>
                </a:ext>
              </a:extLst>
            </p:cNvPr>
            <p:cNvSpPr/>
            <p:nvPr/>
          </p:nvSpPr>
          <p:spPr>
            <a:xfrm>
              <a:off x="1540948" y="7397069"/>
              <a:ext cx="2687207" cy="3283993"/>
            </a:xfrm>
            <a:prstGeom prst="roundRect">
              <a:avLst/>
            </a:prstGeom>
            <a:solidFill>
              <a:srgbClr val="DCF4F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12F4579-A151-A203-56DE-A9CBF1F10E44}"/>
                </a:ext>
              </a:extLst>
            </p:cNvPr>
            <p:cNvSpPr/>
            <p:nvPr/>
          </p:nvSpPr>
          <p:spPr>
            <a:xfrm>
              <a:off x="769257" y="159657"/>
              <a:ext cx="2382776" cy="333828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2D5A1884-E6A8-9890-F669-8EC69C82352E}"/>
                </a:ext>
              </a:extLst>
            </p:cNvPr>
            <p:cNvSpPr/>
            <p:nvPr/>
          </p:nvSpPr>
          <p:spPr>
            <a:xfrm>
              <a:off x="3454401" y="4093028"/>
              <a:ext cx="3657600" cy="2786743"/>
            </a:xfrm>
            <a:prstGeom prst="roundRect">
              <a:avLst/>
            </a:prstGeom>
            <a:solidFill>
              <a:srgbClr val="FFE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0C47B35-F2C3-19C6-A289-10721125133C}"/>
                </a:ext>
              </a:extLst>
            </p:cNvPr>
            <p:cNvSpPr/>
            <p:nvPr/>
          </p:nvSpPr>
          <p:spPr>
            <a:xfrm>
              <a:off x="3715657" y="159657"/>
              <a:ext cx="6976156" cy="3338286"/>
            </a:xfrm>
            <a:prstGeom prst="roundRect">
              <a:avLst>
                <a:gd name="adj" fmla="val 13189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D52A702-55D8-AD65-FF76-39341066C4E7}"/>
                </a:ext>
              </a:extLst>
            </p:cNvPr>
            <p:cNvGrpSpPr/>
            <p:nvPr/>
          </p:nvGrpSpPr>
          <p:grpSpPr>
            <a:xfrm>
              <a:off x="927028" y="345048"/>
              <a:ext cx="1867486" cy="2731775"/>
              <a:chOff x="564178" y="345048"/>
              <a:chExt cx="1867486" cy="2731775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6879DD-94C6-8845-6916-B30EF06B5358}"/>
                  </a:ext>
                </a:extLst>
              </p:cNvPr>
              <p:cNvSpPr txBox="1"/>
              <p:nvPr/>
            </p:nvSpPr>
            <p:spPr>
              <a:xfrm>
                <a:off x="938921" y="345048"/>
                <a:ext cx="13211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Raw </a:t>
                </a:r>
              </a:p>
              <a:p>
                <a:pPr algn="ctr"/>
                <a:r>
                  <a: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Dataset</a:t>
                </a:r>
              </a:p>
            </p:txBody>
          </p:sp>
          <p:pic>
            <p:nvPicPr>
              <p:cNvPr id="28" name="Picture 27" descr="A purple and white paper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A2122549-C687-EE86-2299-5AD0F7C5C5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4178" y="1209337"/>
                <a:ext cx="1867486" cy="1867486"/>
              </a:xfrm>
              <a:prstGeom prst="rect">
                <a:avLst/>
              </a:prstGeom>
            </p:spPr>
          </p:pic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7754599-09CF-0940-91D2-D70FDCDBB53F}"/>
                </a:ext>
              </a:extLst>
            </p:cNvPr>
            <p:cNvGrpSpPr/>
            <p:nvPr/>
          </p:nvGrpSpPr>
          <p:grpSpPr>
            <a:xfrm>
              <a:off x="3957312" y="345049"/>
              <a:ext cx="2616226" cy="2983557"/>
              <a:chOff x="3957312" y="214423"/>
              <a:chExt cx="2616226" cy="298355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7675CD-F32C-7C06-CB3B-A129AB2C8000}"/>
                  </a:ext>
                </a:extLst>
              </p:cNvPr>
              <p:cNvSpPr txBox="1"/>
              <p:nvPr/>
            </p:nvSpPr>
            <p:spPr>
              <a:xfrm>
                <a:off x="3957312" y="214423"/>
                <a:ext cx="238879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Cleaning and </a:t>
                </a:r>
              </a:p>
              <a:p>
                <a:pPr algn="ctr"/>
                <a:r>
                  <a: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Lemmatization</a:t>
                </a:r>
              </a:p>
            </p:txBody>
          </p:sp>
          <p:pic>
            <p:nvPicPr>
              <p:cNvPr id="32" name="Picture 31" descr="A paper and a broom&#10;&#10;AI-generated content may be incorrect.">
                <a:extLst>
                  <a:ext uri="{FF2B5EF4-FFF2-40B4-BE49-F238E27FC236}">
                    <a16:creationId xmlns:a16="http://schemas.microsoft.com/office/drawing/2014/main" id="{91ED91FC-2E7E-25B7-85D9-59BC8D72DA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8293" y="922735"/>
                <a:ext cx="2275245" cy="2275245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37C8933-FDE9-9C1F-E3AC-6E9DCB7C19CF}"/>
                </a:ext>
              </a:extLst>
            </p:cNvPr>
            <p:cNvGrpSpPr/>
            <p:nvPr/>
          </p:nvGrpSpPr>
          <p:grpSpPr>
            <a:xfrm>
              <a:off x="8164376" y="345049"/>
              <a:ext cx="2162773" cy="2954491"/>
              <a:chOff x="8489954" y="214423"/>
              <a:chExt cx="2162773" cy="295449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DA6778-C145-09FF-BAFF-C3AAA94E28CF}"/>
                  </a:ext>
                </a:extLst>
              </p:cNvPr>
              <p:cNvSpPr txBox="1"/>
              <p:nvPr/>
            </p:nvSpPr>
            <p:spPr>
              <a:xfrm>
                <a:off x="8767087" y="214423"/>
                <a:ext cx="168668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Feature</a:t>
                </a:r>
              </a:p>
              <a:p>
                <a:pPr algn="ctr"/>
                <a:r>
                  <a: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Extraction</a:t>
                </a:r>
              </a:p>
            </p:txBody>
          </p:sp>
          <p:pic>
            <p:nvPicPr>
              <p:cNvPr id="36" name="Picture 35" descr="A white paper with black background and yellow dots&#10;&#10;AI-generated content may be incorrect.">
                <a:extLst>
                  <a:ext uri="{FF2B5EF4-FFF2-40B4-BE49-F238E27FC236}">
                    <a16:creationId xmlns:a16="http://schemas.microsoft.com/office/drawing/2014/main" id="{C38E7234-F5EA-C597-8300-38E2360AA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89954" y="1006141"/>
                <a:ext cx="2162773" cy="2162773"/>
              </a:xfrm>
              <a:prstGeom prst="rect">
                <a:avLst/>
              </a:prstGeom>
            </p:spPr>
          </p:pic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F64AEE1-3C12-7D52-D9FC-CC7E1895B171}"/>
                </a:ext>
              </a:extLst>
            </p:cNvPr>
            <p:cNvGrpSpPr/>
            <p:nvPr/>
          </p:nvGrpSpPr>
          <p:grpSpPr>
            <a:xfrm>
              <a:off x="3787538" y="4435189"/>
              <a:ext cx="2991326" cy="2239005"/>
              <a:chOff x="3984755" y="4391647"/>
              <a:chExt cx="2991326" cy="2239005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2CEEDBAD-560A-4B7C-0157-B5374CD8005A}"/>
                  </a:ext>
                </a:extLst>
              </p:cNvPr>
              <p:cNvGrpSpPr/>
              <p:nvPr/>
            </p:nvGrpSpPr>
            <p:grpSpPr>
              <a:xfrm>
                <a:off x="3984755" y="4391647"/>
                <a:ext cx="2991326" cy="1609409"/>
                <a:chOff x="3984755" y="4391647"/>
                <a:chExt cx="2991326" cy="1609409"/>
              </a:xfrm>
            </p:grpSpPr>
            <p:pic>
              <p:nvPicPr>
                <p:cNvPr id="60" name="Picture 59" descr="A yellow paper with a corner&#10;&#10;AI-generated content may be incorrect.">
                  <a:extLst>
                    <a:ext uri="{FF2B5EF4-FFF2-40B4-BE49-F238E27FC236}">
                      <a16:creationId xmlns:a16="http://schemas.microsoft.com/office/drawing/2014/main" id="{C9BE9298-9F47-F3B0-C48C-DF90EE0257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66672" y="4391647"/>
                  <a:ext cx="1609409" cy="1609409"/>
                </a:xfrm>
                <a:prstGeom prst="rect">
                  <a:avLst/>
                </a:prstGeom>
              </p:spPr>
            </p:pic>
            <p:pic>
              <p:nvPicPr>
                <p:cNvPr id="59" name="Picture 58" descr="A yellow paper with a corner&#10;&#10;AI-generated content may be incorrect.">
                  <a:extLst>
                    <a:ext uri="{FF2B5EF4-FFF2-40B4-BE49-F238E27FC236}">
                      <a16:creationId xmlns:a16="http://schemas.microsoft.com/office/drawing/2014/main" id="{A615634C-B897-BF9D-BE99-296B705AE5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84755" y="4391647"/>
                  <a:ext cx="1609409" cy="1609409"/>
                </a:xfrm>
                <a:prstGeom prst="rect">
                  <a:avLst/>
                </a:prstGeom>
              </p:spPr>
            </p:pic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52C7275-E9BD-6DFC-344A-156CD99E4133}"/>
                    </a:ext>
                  </a:extLst>
                </p:cNvPr>
                <p:cNvSpPr txBox="1"/>
                <p:nvPr/>
              </p:nvSpPr>
              <p:spPr>
                <a:xfrm>
                  <a:off x="4290042" y="4977701"/>
                  <a:ext cx="976550" cy="861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5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80%</a:t>
                  </a:r>
                </a:p>
                <a:p>
                  <a:pPr algn="ctr"/>
                  <a:r>
                    <a:rPr lang="en-GB" sz="25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Train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D09BD3C-A41B-F67B-45FC-321E8EFA1487}"/>
                    </a:ext>
                  </a:extLst>
                </p:cNvPr>
                <p:cNvSpPr txBox="1"/>
                <p:nvPr/>
              </p:nvSpPr>
              <p:spPr>
                <a:xfrm>
                  <a:off x="5743070" y="4977707"/>
                  <a:ext cx="848310" cy="861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5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20%</a:t>
                  </a:r>
                </a:p>
                <a:p>
                  <a:pPr algn="ctr"/>
                  <a:r>
                    <a:rPr lang="en-GB" sz="25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Test</a:t>
                  </a:r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686847D-C40B-7E87-17C2-D935B41A9F82}"/>
                  </a:ext>
                </a:extLst>
              </p:cNvPr>
              <p:cNvSpPr txBox="1"/>
              <p:nvPr/>
            </p:nvSpPr>
            <p:spPr>
              <a:xfrm>
                <a:off x="4116966" y="6168987"/>
                <a:ext cx="2736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Train &amp; Test Split</a:t>
                </a:r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DCA5C74-1E60-FA59-2252-B8B651B08ACA}"/>
                </a:ext>
              </a:extLst>
            </p:cNvPr>
            <p:cNvSpPr/>
            <p:nvPr/>
          </p:nvSpPr>
          <p:spPr>
            <a:xfrm>
              <a:off x="5123543" y="3512457"/>
              <a:ext cx="4210426" cy="841829"/>
            </a:xfrm>
            <a:custGeom>
              <a:avLst/>
              <a:gdLst>
                <a:gd name="csX0" fmla="*/ 4151086 w 4210426"/>
                <a:gd name="csY0" fmla="*/ 0 h 841829"/>
                <a:gd name="csX1" fmla="*/ 3715657 w 4210426"/>
                <a:gd name="csY1" fmla="*/ 275772 h 841829"/>
                <a:gd name="csX2" fmla="*/ 522514 w 4210426"/>
                <a:gd name="csY2" fmla="*/ 203200 h 841829"/>
                <a:gd name="csX3" fmla="*/ 0 w 4210426"/>
                <a:gd name="csY3" fmla="*/ 841829 h 8418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10426" h="841829">
                  <a:moveTo>
                    <a:pt x="4151086" y="0"/>
                  </a:moveTo>
                  <a:cubicBezTo>
                    <a:pt x="4235752" y="120952"/>
                    <a:pt x="4320419" y="241905"/>
                    <a:pt x="3715657" y="275772"/>
                  </a:cubicBezTo>
                  <a:cubicBezTo>
                    <a:pt x="3110895" y="309639"/>
                    <a:pt x="1141790" y="108857"/>
                    <a:pt x="522514" y="203200"/>
                  </a:cubicBezTo>
                  <a:cubicBezTo>
                    <a:pt x="-96762" y="297543"/>
                    <a:pt x="31448" y="732972"/>
                    <a:pt x="0" y="841829"/>
                  </a:cubicBezTo>
                </a:path>
              </a:pathLst>
            </a:custGeom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1" name="Picture 70" descr="A brain with a green and blue object&#10;&#10;AI-generated content may be incorrect.">
              <a:extLst>
                <a:ext uri="{FF2B5EF4-FFF2-40B4-BE49-F238E27FC236}">
                  <a16:creationId xmlns:a16="http://schemas.microsoft.com/office/drawing/2014/main" id="{D69A1C66-74B8-5BED-1BFE-F7DFAD92C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8963" y="7649847"/>
              <a:ext cx="1609409" cy="1609409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0BD7D83-9251-9B2C-9E95-84FE440D3E0F}"/>
                </a:ext>
              </a:extLst>
            </p:cNvPr>
            <p:cNvSpPr txBox="1"/>
            <p:nvPr/>
          </p:nvSpPr>
          <p:spPr>
            <a:xfrm>
              <a:off x="1540948" y="9418912"/>
              <a:ext cx="26872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Passive</a:t>
              </a:r>
            </a:p>
            <a:p>
              <a:pPr algn="ctr"/>
              <a:r>
                <a:rPr lang="en-GB" sz="24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Aggressive</a:t>
              </a:r>
            </a:p>
            <a:p>
              <a:pPr algn="ctr"/>
              <a:r>
                <a:rPr lang="en-GB" sz="24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Classifier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FD8CC8D-580F-721A-E773-C5196D7CA2E8}"/>
                </a:ext>
              </a:extLst>
            </p:cNvPr>
            <p:cNvGrpSpPr/>
            <p:nvPr/>
          </p:nvGrpSpPr>
          <p:grpSpPr>
            <a:xfrm>
              <a:off x="5069375" y="7561945"/>
              <a:ext cx="2687207" cy="1653769"/>
              <a:chOff x="5768396" y="7721600"/>
              <a:chExt cx="2687207" cy="1653769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61EEA4E-2376-81CA-A07B-688445D32F1A}"/>
                  </a:ext>
                </a:extLst>
              </p:cNvPr>
              <p:cNvSpPr/>
              <p:nvPr/>
            </p:nvSpPr>
            <p:spPr>
              <a:xfrm>
                <a:off x="5768396" y="7721600"/>
                <a:ext cx="2687207" cy="1653769"/>
              </a:xfrm>
              <a:prstGeom prst="rect">
                <a:avLst/>
              </a:prstGeom>
              <a:solidFill>
                <a:srgbClr val="FFCDC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98164EA-AC35-9C74-B291-A0AA175FE8FF}"/>
                  </a:ext>
                </a:extLst>
              </p:cNvPr>
              <p:cNvSpPr txBox="1"/>
              <p:nvPr/>
            </p:nvSpPr>
            <p:spPr>
              <a:xfrm>
                <a:off x="6111565" y="8071431"/>
                <a:ext cx="200086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8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Internal</a:t>
                </a:r>
              </a:p>
              <a:p>
                <a:pPr algn="ctr"/>
                <a:r>
                  <a:rPr lang="en-GB" sz="28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Evaluation</a:t>
                </a:r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E32E8B0-A196-CD54-DC33-D1C93B840601}"/>
                </a:ext>
              </a:extLst>
            </p:cNvPr>
            <p:cNvSpPr/>
            <p:nvPr/>
          </p:nvSpPr>
          <p:spPr>
            <a:xfrm>
              <a:off x="2728687" y="5355771"/>
              <a:ext cx="1306286" cy="2148115"/>
            </a:xfrm>
            <a:custGeom>
              <a:avLst/>
              <a:gdLst>
                <a:gd name="csX0" fmla="*/ 1306286 w 1306286"/>
                <a:gd name="csY0" fmla="*/ 0 h 2148115"/>
                <a:gd name="csX1" fmla="*/ 217714 w 1306286"/>
                <a:gd name="csY1" fmla="*/ 638629 h 2148115"/>
                <a:gd name="csX2" fmla="*/ 0 w 1306286"/>
                <a:gd name="csY2" fmla="*/ 2148115 h 2148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06286" h="2148115">
                  <a:moveTo>
                    <a:pt x="1306286" y="0"/>
                  </a:moveTo>
                  <a:cubicBezTo>
                    <a:pt x="870857" y="140305"/>
                    <a:pt x="435428" y="280610"/>
                    <a:pt x="217714" y="638629"/>
                  </a:cubicBezTo>
                  <a:cubicBezTo>
                    <a:pt x="0" y="996648"/>
                    <a:pt x="0" y="1572381"/>
                    <a:pt x="0" y="2148115"/>
                  </a:cubicBezTo>
                </a:path>
              </a:pathLst>
            </a:custGeom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00A78F3-6219-073A-E40D-4983A0B3FBF9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4226387" y="8388830"/>
              <a:ext cx="84298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4FA78A7-D34B-5DAB-F65E-3A90D9BD2C8D}"/>
                </a:ext>
              </a:extLst>
            </p:cNvPr>
            <p:cNvSpPr/>
            <p:nvPr/>
          </p:nvSpPr>
          <p:spPr>
            <a:xfrm>
              <a:off x="6226629" y="5374266"/>
              <a:ext cx="1367453" cy="2202191"/>
            </a:xfrm>
            <a:custGeom>
              <a:avLst/>
              <a:gdLst>
                <a:gd name="csX0" fmla="*/ 348342 w 1367453"/>
                <a:gd name="csY0" fmla="*/ 10534 h 2202191"/>
                <a:gd name="csX1" fmla="*/ 1262742 w 1367453"/>
                <a:gd name="csY1" fmla="*/ 213734 h 2202191"/>
                <a:gd name="csX2" fmla="*/ 1233714 w 1367453"/>
                <a:gd name="csY2" fmla="*/ 1461963 h 2202191"/>
                <a:gd name="csX3" fmla="*/ 246742 w 1367453"/>
                <a:gd name="csY3" fmla="*/ 1810305 h 2202191"/>
                <a:gd name="csX4" fmla="*/ 0 w 1367453"/>
                <a:gd name="csY4" fmla="*/ 2202191 h 2202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67453" h="2202191">
                  <a:moveTo>
                    <a:pt x="348342" y="10534"/>
                  </a:moveTo>
                  <a:cubicBezTo>
                    <a:pt x="731761" y="-8819"/>
                    <a:pt x="1115180" y="-28171"/>
                    <a:pt x="1262742" y="213734"/>
                  </a:cubicBezTo>
                  <a:cubicBezTo>
                    <a:pt x="1410304" y="455639"/>
                    <a:pt x="1403047" y="1195868"/>
                    <a:pt x="1233714" y="1461963"/>
                  </a:cubicBezTo>
                  <a:cubicBezTo>
                    <a:pt x="1064381" y="1728058"/>
                    <a:pt x="452361" y="1686934"/>
                    <a:pt x="246742" y="1810305"/>
                  </a:cubicBezTo>
                  <a:cubicBezTo>
                    <a:pt x="41123" y="1933676"/>
                    <a:pt x="20561" y="2067933"/>
                    <a:pt x="0" y="2202191"/>
                  </a:cubicBezTo>
                </a:path>
              </a:pathLst>
            </a:cu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5" name="Picture 84" descr="A green and white file with a green rectangle and black text&#10;&#10;AI-generated content may be incorrect.">
              <a:extLst>
                <a:ext uri="{FF2B5EF4-FFF2-40B4-BE49-F238E27FC236}">
                  <a16:creationId xmlns:a16="http://schemas.microsoft.com/office/drawing/2014/main" id="{1BBFE0F2-7768-C1A0-4C75-A26D4A5B6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3429" y="4997129"/>
              <a:ext cx="1606036" cy="1606036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F01CD9-C874-D55B-2DAC-B3A378C7517E}"/>
                </a:ext>
              </a:extLst>
            </p:cNvPr>
            <p:cNvSpPr txBox="1"/>
            <p:nvPr/>
          </p:nvSpPr>
          <p:spPr>
            <a:xfrm>
              <a:off x="775894" y="4097841"/>
              <a:ext cx="13933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External</a:t>
              </a:r>
            </a:p>
            <a:p>
              <a:pPr algn="ctr"/>
              <a:r>
                <a:rPr lang="en-GB" sz="24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Dataset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0040CB6-FB36-4B0A-D680-4FFAF0268747}"/>
                </a:ext>
              </a:extLst>
            </p:cNvPr>
            <p:cNvSpPr/>
            <p:nvPr/>
          </p:nvSpPr>
          <p:spPr>
            <a:xfrm>
              <a:off x="7990365" y="5510642"/>
              <a:ext cx="2687207" cy="165376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551C48B-CEC3-5CE1-A3D4-F0CC1101EDEC}"/>
                </a:ext>
              </a:extLst>
            </p:cNvPr>
            <p:cNvSpPr txBox="1"/>
            <p:nvPr/>
          </p:nvSpPr>
          <p:spPr>
            <a:xfrm>
              <a:off x="8333534" y="5860473"/>
              <a:ext cx="200086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External</a:t>
              </a:r>
            </a:p>
            <a:p>
              <a:pPr algn="ctr"/>
              <a:r>
                <a:rPr lang="en-GB" sz="28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Evaluation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F594B178-B0C2-EAD4-AC8D-18C28F99E5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869" y="3328606"/>
              <a:ext cx="1306669" cy="793475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23A7E25-FA7D-848A-6307-DD45DA504BDD}"/>
                </a:ext>
              </a:extLst>
            </p:cNvPr>
            <p:cNvCxnSpPr/>
            <p:nvPr/>
          </p:nvCxnSpPr>
          <p:spPr>
            <a:xfrm>
              <a:off x="9637486" y="3497943"/>
              <a:ext cx="0" cy="2012699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light bulb with a black background&#10;&#10;AI-generated content may be incorrect.">
              <a:extLst>
                <a:ext uri="{FF2B5EF4-FFF2-40B4-BE49-F238E27FC236}">
                  <a16:creationId xmlns:a16="http://schemas.microsoft.com/office/drawing/2014/main" id="{72F6F65B-06E0-7715-FC1E-764FA90AF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80148" y="8373982"/>
              <a:ext cx="1797424" cy="1797424"/>
            </a:xfrm>
            <a:prstGeom prst="rect">
              <a:avLst/>
            </a:prstGeom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2B40142-9ECE-3DC4-5614-4EC938481D70}"/>
                </a:ext>
              </a:extLst>
            </p:cNvPr>
            <p:cNvSpPr txBox="1"/>
            <p:nvPr/>
          </p:nvSpPr>
          <p:spPr>
            <a:xfrm>
              <a:off x="9158512" y="10214948"/>
              <a:ext cx="12378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Results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3587F9D6-9010-FEC5-4885-4AE297FF4532}"/>
                </a:ext>
              </a:extLst>
            </p:cNvPr>
            <p:cNvCxnSpPr/>
            <p:nvPr/>
          </p:nvCxnSpPr>
          <p:spPr>
            <a:xfrm>
              <a:off x="2917372" y="2162629"/>
              <a:ext cx="114642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62FBAF48-1ED4-369E-E134-5C57416D7D6C}"/>
                </a:ext>
              </a:extLst>
            </p:cNvPr>
            <p:cNvCxnSpPr>
              <a:cxnSpLocks/>
            </p:cNvCxnSpPr>
            <p:nvPr/>
          </p:nvCxnSpPr>
          <p:spPr>
            <a:xfrm>
              <a:off x="6793378" y="2140858"/>
              <a:ext cx="121150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Curved 114">
              <a:extLst>
                <a:ext uri="{FF2B5EF4-FFF2-40B4-BE49-F238E27FC236}">
                  <a16:creationId xmlns:a16="http://schemas.microsoft.com/office/drawing/2014/main" id="{5224C517-C1D7-EA9D-C89D-9F815DCA8017}"/>
                </a:ext>
              </a:extLst>
            </p:cNvPr>
            <p:cNvCxnSpPr>
              <a:endCxn id="106" idx="0"/>
            </p:cNvCxnSpPr>
            <p:nvPr/>
          </p:nvCxnSpPr>
          <p:spPr>
            <a:xfrm>
              <a:off x="7756582" y="7808686"/>
              <a:ext cx="2022278" cy="565296"/>
            </a:xfrm>
            <a:prstGeom prst="curvedConnector2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9DB23ED2-A108-A1B8-D7B3-51132671013E}"/>
                </a:ext>
              </a:extLst>
            </p:cNvPr>
            <p:cNvCxnSpPr>
              <a:cxnSpLocks/>
            </p:cNvCxnSpPr>
            <p:nvPr/>
          </p:nvCxnSpPr>
          <p:spPr>
            <a:xfrm>
              <a:off x="9778860" y="7164411"/>
              <a:ext cx="0" cy="1209571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663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</TotalTime>
  <Words>27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Wasif Haider</dc:creator>
  <cp:lastModifiedBy>Wasif Haider</cp:lastModifiedBy>
  <cp:revision>1</cp:revision>
  <dcterms:created xsi:type="dcterms:W3CDTF">2025-12-12T16:07:12Z</dcterms:created>
  <dcterms:modified xsi:type="dcterms:W3CDTF">2025-12-12T19:59:16Z</dcterms:modified>
</cp:coreProperties>
</file>